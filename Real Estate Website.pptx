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ownloads\Real_Estate_Data_and_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Property_Data!$B$2:$C$2</c:f>
              <c:strCache>
                <c:ptCount val="2"/>
                <c:pt idx="0">
                  <c:v>House</c:v>
                </c:pt>
                <c:pt idx="1">
                  <c:v>City Center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val>
            <c:numRef>
              <c:f>Property_Data!$D$2:$E$2</c:f>
              <c:numCache>
                <c:formatCode>General</c:formatCode>
                <c:ptCount val="2"/>
                <c:pt idx="0">
                  <c:v>120000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8D-44B8-A441-A5773168A6E9}"/>
            </c:ext>
          </c:extLst>
        </c:ser>
        <c:ser>
          <c:idx val="1"/>
          <c:order val="1"/>
          <c:tx>
            <c:strRef>
              <c:f>Property_Data!$B$3:$C$3</c:f>
              <c:strCache>
                <c:ptCount val="2"/>
                <c:pt idx="0">
                  <c:v>Apartment</c:v>
                </c:pt>
                <c:pt idx="1">
                  <c:v>Downtown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val>
            <c:numRef>
              <c:f>Property_Data!$D$3:$E$3</c:f>
              <c:numCache>
                <c:formatCode>General</c:formatCode>
                <c:ptCount val="2"/>
                <c:pt idx="0">
                  <c:v>90000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8D-44B8-A441-A5773168A6E9}"/>
            </c:ext>
          </c:extLst>
        </c:ser>
        <c:ser>
          <c:idx val="2"/>
          <c:order val="2"/>
          <c:tx>
            <c:strRef>
              <c:f>Property_Data!$B$4:$C$4</c:f>
              <c:strCache>
                <c:ptCount val="2"/>
                <c:pt idx="0">
                  <c:v>Commercial</c:v>
                </c:pt>
                <c:pt idx="1">
                  <c:v>Business Bay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val>
            <c:numRef>
              <c:f>Property_Data!$D$4:$E$4</c:f>
              <c:numCache>
                <c:formatCode>General</c:formatCode>
                <c:ptCount val="2"/>
                <c:pt idx="0">
                  <c:v>250000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8D-44B8-A441-A5773168A6E9}"/>
            </c:ext>
          </c:extLst>
        </c:ser>
        <c:ser>
          <c:idx val="3"/>
          <c:order val="3"/>
          <c:tx>
            <c:strRef>
              <c:f>Property_Data!$B$5:$C$5</c:f>
              <c:strCache>
                <c:ptCount val="2"/>
                <c:pt idx="0">
                  <c:v>House</c:v>
                </c:pt>
                <c:pt idx="1">
                  <c:v>Suburbs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val>
            <c:numRef>
              <c:f>Property_Data!$D$5:$E$5</c:f>
              <c:numCache>
                <c:formatCode>General</c:formatCode>
                <c:ptCount val="2"/>
                <c:pt idx="0">
                  <c:v>80000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8D-44B8-A441-A5773168A6E9}"/>
            </c:ext>
          </c:extLst>
        </c:ser>
        <c:ser>
          <c:idx val="4"/>
          <c:order val="4"/>
          <c:tx>
            <c:strRef>
              <c:f>Property_Data!$B$6:$C$6</c:f>
              <c:strCache>
                <c:ptCount val="2"/>
                <c:pt idx="0">
                  <c:v>Apartment</c:v>
                </c:pt>
                <c:pt idx="1">
                  <c:v>City Center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val>
            <c:numRef>
              <c:f>Property_Data!$D$6:$E$6</c:f>
              <c:numCache>
                <c:formatCode>General</c:formatCode>
                <c:ptCount val="2"/>
                <c:pt idx="0">
                  <c:v>100000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8D-44B8-A441-A5773168A6E9}"/>
            </c:ext>
          </c:extLst>
        </c:ser>
        <c:ser>
          <c:idx val="5"/>
          <c:order val="5"/>
          <c:tx>
            <c:strRef>
              <c:f>Property_Data!$B$7:$C$7</c:f>
              <c:strCache>
                <c:ptCount val="2"/>
                <c:pt idx="0">
                  <c:v>Commercial</c:v>
                </c:pt>
                <c:pt idx="1">
                  <c:v>Downtown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val>
            <c:numRef>
              <c:f>Property_Data!$D$7:$E$7</c:f>
              <c:numCache>
                <c:formatCode>General</c:formatCode>
                <c:ptCount val="2"/>
                <c:pt idx="0">
                  <c:v>300000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D8D-44B8-A441-A5773168A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75103151"/>
        <c:axId val="75086831"/>
        <c:axId val="0"/>
      </c:bar3DChart>
      <c:catAx>
        <c:axId val="7510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086831"/>
        <c:crosses val="autoZero"/>
        <c:auto val="1"/>
        <c:lblAlgn val="ctr"/>
        <c:lblOffset val="100"/>
        <c:noMultiLvlLbl val="0"/>
      </c:catAx>
      <c:valAx>
        <c:axId val="75086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103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04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0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1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12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8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3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5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8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9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19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6398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50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28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13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9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A37CB43-1810-4B36-B626-568C2815AE91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D17E7-1673-4A02-8EAA-9F3AC4063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44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meermuawia18-sketch.github.io/Real-Estate-Project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2C593FB-2D89-343B-D867-399198022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2355" y="1733387"/>
            <a:ext cx="9866135" cy="694468"/>
          </a:xfrm>
        </p:spPr>
        <p:txBody>
          <a:bodyPr/>
          <a:lstStyle/>
          <a:p>
            <a:r>
              <a:rPr lang="en-US" dirty="0"/>
              <a:t>Real Estate Website</a:t>
            </a:r>
            <a:br>
              <a:rPr lang="en-US" dirty="0"/>
            </a:br>
            <a:r>
              <a:rPr lang="en-US" dirty="0"/>
              <a:t>            Project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882F30-4314-0E45-9B1D-17134FF23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0747" y="2786348"/>
            <a:ext cx="8244350" cy="45829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Your Gateway to Buying, Selling, and Renting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1BB29-94A2-FEE2-04FE-9382CD8A4E16}"/>
              </a:ext>
            </a:extLst>
          </p:cNvPr>
          <p:cNvSpPr txBox="1"/>
          <p:nvPr/>
        </p:nvSpPr>
        <p:spPr>
          <a:xfrm>
            <a:off x="1416381" y="3613355"/>
            <a:ext cx="3509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Members</a:t>
            </a:r>
            <a:r>
              <a:rPr lang="en-US" dirty="0"/>
              <a:t>:</a:t>
            </a:r>
          </a:p>
          <a:p>
            <a:r>
              <a:rPr lang="en-US" dirty="0"/>
              <a:t>                1.Ameer </a:t>
            </a:r>
            <a:r>
              <a:rPr lang="en-US" dirty="0" err="1"/>
              <a:t>Muawia</a:t>
            </a:r>
            <a:endParaRPr lang="en-US" dirty="0"/>
          </a:p>
          <a:p>
            <a:r>
              <a:rPr lang="en-US" dirty="0"/>
              <a:t>                2.Sohaib Hassan</a:t>
            </a:r>
          </a:p>
          <a:p>
            <a:r>
              <a:rPr lang="en-US" dirty="0"/>
              <a:t>                3.Shahzaib</a:t>
            </a:r>
          </a:p>
          <a:p>
            <a:r>
              <a:rPr lang="en-US" dirty="0"/>
              <a:t>                4.Saim</a:t>
            </a:r>
          </a:p>
          <a:p>
            <a:r>
              <a:rPr lang="en-US" dirty="0"/>
              <a:t>                5.Saad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E8FC27-C65C-6998-30DA-2BC1B66E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980" y="3613355"/>
            <a:ext cx="2285117" cy="230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9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B73CFB-FC63-03CC-0822-EEE58FA19F62}"/>
              </a:ext>
            </a:extLst>
          </p:cNvPr>
          <p:cNvSpPr txBox="1"/>
          <p:nvPr/>
        </p:nvSpPr>
        <p:spPr>
          <a:xfrm>
            <a:off x="4436806" y="398224"/>
            <a:ext cx="3318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B4106-261F-64AF-7777-44439766455F}"/>
              </a:ext>
            </a:extLst>
          </p:cNvPr>
          <p:cNvSpPr txBox="1"/>
          <p:nvPr/>
        </p:nvSpPr>
        <p:spPr>
          <a:xfrm>
            <a:off x="1187244" y="2156796"/>
            <a:ext cx="5825613" cy="368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Build a user-friendly real estate website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A8E7C-EA9D-32EE-E181-34D247F6FBC1}"/>
              </a:ext>
            </a:extLst>
          </p:cNvPr>
          <p:cNvSpPr txBox="1"/>
          <p:nvPr/>
        </p:nvSpPr>
        <p:spPr>
          <a:xfrm>
            <a:off x="1187244" y="2839065"/>
            <a:ext cx="712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Showcase properties with detailed information and visuals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3E31D4-0BAC-BE8E-A21D-8E044E61F6FA}"/>
              </a:ext>
            </a:extLst>
          </p:cNvPr>
          <p:cNvSpPr txBox="1"/>
          <p:nvPr/>
        </p:nvSpPr>
        <p:spPr>
          <a:xfrm>
            <a:off x="1187244" y="3521956"/>
            <a:ext cx="6636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Implement contact form for queries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E8316-8E0F-C258-6DF9-65F400148FF5}"/>
              </a:ext>
            </a:extLst>
          </p:cNvPr>
          <p:cNvSpPr txBox="1"/>
          <p:nvPr/>
        </p:nvSpPr>
        <p:spPr>
          <a:xfrm>
            <a:off x="1187244" y="4204847"/>
            <a:ext cx="545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Provide live demo and accessible GitHub link</a:t>
            </a:r>
          </a:p>
        </p:txBody>
      </p:sp>
    </p:spTree>
    <p:extLst>
      <p:ext uri="{BB962C8B-B14F-4D97-AF65-F5344CB8AC3E}">
        <p14:creationId xmlns:p14="http://schemas.microsoft.com/office/powerpoint/2010/main" val="67111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32BB3B-5534-0C6A-1B84-76C2872AFDAC}"/>
              </a:ext>
            </a:extLst>
          </p:cNvPr>
          <p:cNvSpPr txBox="1"/>
          <p:nvPr/>
        </p:nvSpPr>
        <p:spPr>
          <a:xfrm>
            <a:off x="3087329" y="353961"/>
            <a:ext cx="6017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Home Page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ED72-86F4-8AD0-CAB9-9835D6484D1F}"/>
              </a:ext>
            </a:extLst>
          </p:cNvPr>
          <p:cNvSpPr txBox="1"/>
          <p:nvPr/>
        </p:nvSpPr>
        <p:spPr>
          <a:xfrm>
            <a:off x="280219" y="1215433"/>
            <a:ext cx="165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2C815-8E88-907F-5DBE-B6AC711541FF}"/>
              </a:ext>
            </a:extLst>
          </p:cNvPr>
          <p:cNvSpPr txBox="1"/>
          <p:nvPr/>
        </p:nvSpPr>
        <p:spPr>
          <a:xfrm>
            <a:off x="639097" y="1719966"/>
            <a:ext cx="545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1.Pictures and Videos for visual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DC14C-B6FF-8488-3372-9A59AF67B5B6}"/>
              </a:ext>
            </a:extLst>
          </p:cNvPr>
          <p:cNvSpPr txBox="1"/>
          <p:nvPr/>
        </p:nvSpPr>
        <p:spPr>
          <a:xfrm>
            <a:off x="663678" y="2236740"/>
            <a:ext cx="5589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2.About key for customers to see our projects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502BC-BB12-2EF7-FBBA-FA4B634496A5}"/>
              </a:ext>
            </a:extLst>
          </p:cNvPr>
          <p:cNvSpPr txBox="1"/>
          <p:nvPr/>
        </p:nvSpPr>
        <p:spPr>
          <a:xfrm>
            <a:off x="663678" y="2747417"/>
            <a:ext cx="7049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3.Services key for visiting properties and houses on sale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3623B-F81C-F6C8-41B7-F0E6635B5F80}"/>
              </a:ext>
            </a:extLst>
          </p:cNvPr>
          <p:cNvSpPr txBox="1"/>
          <p:nvPr/>
        </p:nvSpPr>
        <p:spPr>
          <a:xfrm>
            <a:off x="639097" y="3258094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4.Contact key for queries and questions about properties on sale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F072F-2139-4E6B-B22C-38D634455AFC}"/>
              </a:ext>
            </a:extLst>
          </p:cNvPr>
          <p:cNvSpPr txBox="1"/>
          <p:nvPr/>
        </p:nvSpPr>
        <p:spPr>
          <a:xfrm>
            <a:off x="280219" y="3982540"/>
            <a:ext cx="2094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Description: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9F8397-D215-04AE-70BA-0F5A613AE7E4}"/>
              </a:ext>
            </a:extLst>
          </p:cNvPr>
          <p:cNvSpPr txBox="1"/>
          <p:nvPr/>
        </p:nvSpPr>
        <p:spPr>
          <a:xfrm>
            <a:off x="707923" y="4499314"/>
            <a:ext cx="78756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Website homepage is user-friendly and easy to use and access where everyone can visits in search of better houses on very affordable prices. It is composed of features which I already mentioned above.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A27A4B-0FF0-2A81-B321-69AE0BEC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342" y="1413523"/>
            <a:ext cx="3608439" cy="513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1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93D73-5B32-EA35-1B7B-B53DD4518288}"/>
              </a:ext>
            </a:extLst>
          </p:cNvPr>
          <p:cNvSpPr txBox="1"/>
          <p:nvPr/>
        </p:nvSpPr>
        <p:spPr>
          <a:xfrm>
            <a:off x="3824748" y="412955"/>
            <a:ext cx="4542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Services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526443-62F4-2245-DC95-5553C2C51D49}"/>
              </a:ext>
            </a:extLst>
          </p:cNvPr>
          <p:cNvSpPr txBox="1"/>
          <p:nvPr/>
        </p:nvSpPr>
        <p:spPr>
          <a:xfrm>
            <a:off x="781662" y="1917290"/>
            <a:ext cx="165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A84AA8-200C-9B03-E7AD-5F0E9BE159CE}"/>
              </a:ext>
            </a:extLst>
          </p:cNvPr>
          <p:cNvSpPr txBox="1"/>
          <p:nvPr/>
        </p:nvSpPr>
        <p:spPr>
          <a:xfrm>
            <a:off x="1150375" y="2478039"/>
            <a:ext cx="287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1.Property images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C1903-E3F1-10B1-2893-918DE549CB9C}"/>
              </a:ext>
            </a:extLst>
          </p:cNvPr>
          <p:cNvSpPr txBox="1"/>
          <p:nvPr/>
        </p:nvSpPr>
        <p:spPr>
          <a:xfrm>
            <a:off x="1150375" y="2992313"/>
            <a:ext cx="545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2.Description about the properties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EC7090-92D6-DE94-FAEF-DE3FE4BCFB29}"/>
              </a:ext>
            </a:extLst>
          </p:cNvPr>
          <p:cNvSpPr txBox="1"/>
          <p:nvPr/>
        </p:nvSpPr>
        <p:spPr>
          <a:xfrm>
            <a:off x="1150375" y="3506587"/>
            <a:ext cx="545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3.Prices of the properties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906E7-DE05-9018-1D94-25ABA7B6A90E}"/>
              </a:ext>
            </a:extLst>
          </p:cNvPr>
          <p:cNvSpPr txBox="1"/>
          <p:nvPr/>
        </p:nvSpPr>
        <p:spPr>
          <a:xfrm>
            <a:off x="1150375" y="4020861"/>
            <a:ext cx="5456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4.User friendly navigation for easy use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DB3594-C47E-B973-EC7A-9B4891785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206" y="1391310"/>
            <a:ext cx="3991896" cy="505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12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25ED79-08C0-B725-5F1D-D478EB5C61C8}"/>
              </a:ext>
            </a:extLst>
          </p:cNvPr>
          <p:cNvSpPr txBox="1"/>
          <p:nvPr/>
        </p:nvSpPr>
        <p:spPr>
          <a:xfrm>
            <a:off x="3824748" y="412955"/>
            <a:ext cx="4542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Contact Page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698CB-3BE1-C75C-077B-C9E242DCA647}"/>
              </a:ext>
            </a:extLst>
          </p:cNvPr>
          <p:cNvSpPr txBox="1"/>
          <p:nvPr/>
        </p:nvSpPr>
        <p:spPr>
          <a:xfrm>
            <a:off x="855406" y="1785725"/>
            <a:ext cx="165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Features: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49323-DE95-C1D7-B586-8FE251402994}"/>
              </a:ext>
            </a:extLst>
          </p:cNvPr>
          <p:cNvSpPr txBox="1"/>
          <p:nvPr/>
        </p:nvSpPr>
        <p:spPr>
          <a:xfrm>
            <a:off x="1317521" y="2442430"/>
            <a:ext cx="3583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1.Contact form for queries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6709D-EDAD-14E6-58B6-8C21ED070873}"/>
              </a:ext>
            </a:extLst>
          </p:cNvPr>
          <p:cNvSpPr txBox="1"/>
          <p:nvPr/>
        </p:nvSpPr>
        <p:spPr>
          <a:xfrm>
            <a:off x="1317521" y="3081240"/>
            <a:ext cx="3583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2.Live locations of our offices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F78826-A038-4025-689C-F2938B08BD24}"/>
              </a:ext>
            </a:extLst>
          </p:cNvPr>
          <p:cNvSpPr txBox="1"/>
          <p:nvPr/>
        </p:nvSpPr>
        <p:spPr>
          <a:xfrm>
            <a:off x="1317521" y="3720050"/>
            <a:ext cx="477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3.Agents contact numbers for inquiries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1CDDDB-DD7A-37C2-E27A-FAF7A0C1D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110" y="2128055"/>
            <a:ext cx="3639058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1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DD3FC-A7AF-2C10-D728-CBBB4315EB88}"/>
              </a:ext>
            </a:extLst>
          </p:cNvPr>
          <p:cNvSpPr txBox="1"/>
          <p:nvPr/>
        </p:nvSpPr>
        <p:spPr>
          <a:xfrm>
            <a:off x="3222522" y="324464"/>
            <a:ext cx="574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Property Data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BBF88-7E94-749B-61A9-E893C16AB6FF}"/>
              </a:ext>
            </a:extLst>
          </p:cNvPr>
          <p:cNvSpPr txBox="1"/>
          <p:nvPr/>
        </p:nvSpPr>
        <p:spPr>
          <a:xfrm>
            <a:off x="855406" y="1785725"/>
            <a:ext cx="23671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Highlights: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8ADEA-5D83-8343-9B91-E48AEFDCD367}"/>
              </a:ext>
            </a:extLst>
          </p:cNvPr>
          <p:cNvSpPr txBox="1"/>
          <p:nvPr/>
        </p:nvSpPr>
        <p:spPr>
          <a:xfrm>
            <a:off x="1317521" y="2442430"/>
            <a:ext cx="524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1.Type of property like house or apartment.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4C4CA-1F5A-E8F1-7C3E-B7E169E72002}"/>
              </a:ext>
            </a:extLst>
          </p:cNvPr>
          <p:cNvSpPr txBox="1"/>
          <p:nvPr/>
        </p:nvSpPr>
        <p:spPr>
          <a:xfrm>
            <a:off x="1317520" y="3006802"/>
            <a:ext cx="6115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2.Location of property like city center or downtown.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8FC114-A595-CEA8-0505-5CF5A8BCE566}"/>
              </a:ext>
            </a:extLst>
          </p:cNvPr>
          <p:cNvSpPr txBox="1"/>
          <p:nvPr/>
        </p:nvSpPr>
        <p:spPr>
          <a:xfrm>
            <a:off x="1317521" y="3571174"/>
            <a:ext cx="524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3.Price of the property.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27E91-A089-52FF-2122-FE55338A68FF}"/>
              </a:ext>
            </a:extLst>
          </p:cNvPr>
          <p:cNvSpPr txBox="1"/>
          <p:nvPr/>
        </p:nvSpPr>
        <p:spPr>
          <a:xfrm>
            <a:off x="1317521" y="4098731"/>
            <a:ext cx="524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4.Status like for sale or for rent.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0B7A57F-9545-950D-5143-4D6F6137BD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19330"/>
              </p:ext>
            </p:extLst>
          </p:nvPr>
        </p:nvGraphicFramePr>
        <p:xfrm>
          <a:off x="7320116" y="178572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502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Graphic spid="10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DA0FFC-5B0F-D94A-98C9-0A58F9CA5C02}"/>
              </a:ext>
            </a:extLst>
          </p:cNvPr>
          <p:cNvSpPr txBox="1"/>
          <p:nvPr/>
        </p:nvSpPr>
        <p:spPr>
          <a:xfrm>
            <a:off x="3054145" y="324464"/>
            <a:ext cx="6083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Design and Development                   Choices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9D141-970C-9C37-A053-9476DB1961C3}"/>
              </a:ext>
            </a:extLst>
          </p:cNvPr>
          <p:cNvSpPr txBox="1"/>
          <p:nvPr/>
        </p:nvSpPr>
        <p:spPr>
          <a:xfrm>
            <a:off x="943897" y="1823657"/>
            <a:ext cx="1651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Layout: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B06CD-4169-8A6F-0185-4CB0AB08BF45}"/>
              </a:ext>
            </a:extLst>
          </p:cNvPr>
          <p:cNvSpPr txBox="1"/>
          <p:nvPr/>
        </p:nvSpPr>
        <p:spPr>
          <a:xfrm>
            <a:off x="1769806" y="2329052"/>
            <a:ext cx="3583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 and responsive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348E5-720E-ED08-B738-28E38FBF71A8}"/>
              </a:ext>
            </a:extLst>
          </p:cNvPr>
          <p:cNvSpPr txBox="1"/>
          <p:nvPr/>
        </p:nvSpPr>
        <p:spPr>
          <a:xfrm>
            <a:off x="855406" y="2740921"/>
            <a:ext cx="2433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Color Scheme: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3E650-02DD-CE25-370F-9682532BBB96}"/>
              </a:ext>
            </a:extLst>
          </p:cNvPr>
          <p:cNvSpPr txBox="1"/>
          <p:nvPr/>
        </p:nvSpPr>
        <p:spPr>
          <a:xfrm>
            <a:off x="2072148" y="3252383"/>
            <a:ext cx="3583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Modern and appealing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2F939-F94D-83E9-FB77-E5E16653B98E}"/>
              </a:ext>
            </a:extLst>
          </p:cNvPr>
          <p:cNvSpPr txBox="1"/>
          <p:nvPr/>
        </p:nvSpPr>
        <p:spPr>
          <a:xfrm>
            <a:off x="943897" y="3574356"/>
            <a:ext cx="2433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Tools: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595374-DC09-DCA3-3A90-3745F58983BC}"/>
              </a:ext>
            </a:extLst>
          </p:cNvPr>
          <p:cNvSpPr txBox="1"/>
          <p:nvPr/>
        </p:nvSpPr>
        <p:spPr>
          <a:xfrm>
            <a:off x="1585451" y="4078558"/>
            <a:ext cx="3583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HTML, CSS, GitHub Pages for hosting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17D87B-46C0-0F9B-402A-DAC50693A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909" y="2374027"/>
            <a:ext cx="1435508" cy="12003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515359-7FE9-E814-C562-8C6B1D0E5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3621715"/>
            <a:ext cx="143550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4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FD77FB-62DB-3DC1-6A3E-F358AFF83322}"/>
              </a:ext>
            </a:extLst>
          </p:cNvPr>
          <p:cNvSpPr txBox="1"/>
          <p:nvPr/>
        </p:nvSpPr>
        <p:spPr>
          <a:xfrm>
            <a:off x="3374922" y="476864"/>
            <a:ext cx="5746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Live Demo &amp; Source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D1D33-E3B8-0932-FD4E-BE2AA5368327}"/>
              </a:ext>
            </a:extLst>
          </p:cNvPr>
          <p:cNvSpPr txBox="1"/>
          <p:nvPr/>
        </p:nvSpPr>
        <p:spPr>
          <a:xfrm>
            <a:off x="796414" y="2403987"/>
            <a:ext cx="3362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Live Website Link: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9D715-3E96-19D5-3B65-6F3D1FA5F8C8}"/>
              </a:ext>
            </a:extLst>
          </p:cNvPr>
          <p:cNvSpPr txBox="1"/>
          <p:nvPr/>
        </p:nvSpPr>
        <p:spPr>
          <a:xfrm>
            <a:off x="796413" y="3761516"/>
            <a:ext cx="3362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GitHub Repository: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33873-82AA-0BFC-A328-AEF4A996D3D2}"/>
              </a:ext>
            </a:extLst>
          </p:cNvPr>
          <p:cNvSpPr txBox="1"/>
          <p:nvPr/>
        </p:nvSpPr>
        <p:spPr>
          <a:xfrm>
            <a:off x="1957848" y="4392251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https://github.com/ameermuawia18-sketch/Real-Estate-Project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EA8B6-8EEB-8BA4-8498-C21EF095D935}"/>
              </a:ext>
            </a:extLst>
          </p:cNvPr>
          <p:cNvSpPr txBox="1"/>
          <p:nvPr/>
        </p:nvSpPr>
        <p:spPr>
          <a:xfrm>
            <a:off x="1957848" y="2946115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b="1" i="0" u="sng" dirty="0">
                <a:solidFill>
                  <a:srgbClr val="0969DA"/>
                </a:solidFill>
                <a:effectLst/>
                <a:latin typeface="-apple-system"/>
                <a:hlinkClick r:id="rId2"/>
              </a:rPr>
              <a:t>https://ameermuawia18-sketch.github.io/Real-Estate-Project/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E826A0-80BE-FCD7-A96B-AD32EAF1A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897" y="2537007"/>
            <a:ext cx="4129548" cy="291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6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908DA3-A6E8-A9BC-EBB3-35FAB1A01C14}"/>
              </a:ext>
            </a:extLst>
          </p:cNvPr>
          <p:cNvSpPr txBox="1"/>
          <p:nvPr/>
        </p:nvSpPr>
        <p:spPr>
          <a:xfrm>
            <a:off x="3222522" y="324464"/>
            <a:ext cx="5746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Reflections and Future Plans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37A29-8C77-4F93-6BF8-8137FD2D8244}"/>
              </a:ext>
            </a:extLst>
          </p:cNvPr>
          <p:cNvSpPr txBox="1"/>
          <p:nvPr/>
        </p:nvSpPr>
        <p:spPr>
          <a:xfrm>
            <a:off x="943898" y="1592825"/>
            <a:ext cx="2123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Challenges: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56B33-9052-C989-1B16-3D3A1330ECBE}"/>
              </a:ext>
            </a:extLst>
          </p:cNvPr>
          <p:cNvSpPr txBox="1"/>
          <p:nvPr/>
        </p:nvSpPr>
        <p:spPr>
          <a:xfrm>
            <a:off x="2020528" y="2054490"/>
            <a:ext cx="3583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Ensuring responsive design, linking Excel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9F427-19B3-CE05-CFCA-F954B4B18590}"/>
              </a:ext>
            </a:extLst>
          </p:cNvPr>
          <p:cNvSpPr txBox="1"/>
          <p:nvPr/>
        </p:nvSpPr>
        <p:spPr>
          <a:xfrm>
            <a:off x="943897" y="2768853"/>
            <a:ext cx="256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Achievements: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487C01-3AC2-FC3C-0078-E1B550D268C0}"/>
              </a:ext>
            </a:extLst>
          </p:cNvPr>
          <p:cNvSpPr txBox="1"/>
          <p:nvPr/>
        </p:nvSpPr>
        <p:spPr>
          <a:xfrm>
            <a:off x="2005781" y="3298550"/>
            <a:ext cx="3583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Functional website, Dynamic data display, Professional layout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6E7B5-CC36-0DD3-C5F1-FD819FA2A4E9}"/>
              </a:ext>
            </a:extLst>
          </p:cNvPr>
          <p:cNvSpPr txBox="1"/>
          <p:nvPr/>
        </p:nvSpPr>
        <p:spPr>
          <a:xfrm>
            <a:off x="943897" y="4221880"/>
            <a:ext cx="2566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Next Steps: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E92ED-0DF2-5853-EE85-5BFB1C7037EF}"/>
              </a:ext>
            </a:extLst>
          </p:cNvPr>
          <p:cNvSpPr txBox="1"/>
          <p:nvPr/>
        </p:nvSpPr>
        <p:spPr>
          <a:xfrm>
            <a:off x="2005780" y="4683545"/>
            <a:ext cx="3583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more property filters, Improve User Interface, Add user login</a:t>
            </a:r>
          </a:p>
        </p:txBody>
      </p:sp>
    </p:spTree>
    <p:extLst>
      <p:ext uri="{BB962C8B-B14F-4D97-AF65-F5344CB8AC3E}">
        <p14:creationId xmlns:p14="http://schemas.microsoft.com/office/powerpoint/2010/main" val="192358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184</TotalTime>
  <Words>354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-apple-system</vt:lpstr>
      <vt:lpstr>Century Gothic</vt:lpstr>
      <vt:lpstr>Wingdings 3</vt:lpstr>
      <vt:lpstr>Ion</vt:lpstr>
      <vt:lpstr>Real Estate Website            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2026-01-04T05:11:45Z</dcterms:created>
  <dcterms:modified xsi:type="dcterms:W3CDTF">2026-01-07T15:06:17Z</dcterms:modified>
</cp:coreProperties>
</file>